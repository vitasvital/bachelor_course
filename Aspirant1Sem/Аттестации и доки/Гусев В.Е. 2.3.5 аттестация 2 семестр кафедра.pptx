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60" r:id="rId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Z7YQg8F7uGzV/MXniST01wNmy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7621CE-7F4D-4F9B-8EAA-6D673F24A13A}">
  <a:tblStyle styleId="{167621CE-7F4D-4F9B-8EAA-6D673F24A1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2" d="100"/>
          <a:sy n="122" d="100"/>
        </p:scale>
        <p:origin x="84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693095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" name="Google Shape;10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4" name="Google Shape;1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9716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2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body" idx="2"/>
          </p:nvPr>
        </p:nvSpPr>
        <p:spPr>
          <a:xfrm>
            <a:off x="3203848" y="195486"/>
            <a:ext cx="5832648" cy="482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 dirty="0">
                <a:latin typeface="Times New Roman"/>
                <a:ea typeface="Times New Roman"/>
                <a:cs typeface="Times New Roman"/>
                <a:sym typeface="Times New Roman"/>
              </a:rPr>
              <a:t>Аспирант:  	</a:t>
            </a:r>
            <a:r>
              <a:rPr lang="ru-RU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Гусев Виталий Евгеньевич</a:t>
            </a:r>
            <a:endParaRPr sz="2000" b="1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 dirty="0">
                <a:latin typeface="Times New Roman"/>
                <a:ea typeface="Times New Roman"/>
                <a:cs typeface="Times New Roman"/>
                <a:sym typeface="Times New Roman"/>
              </a:rPr>
              <a:t>Направление подготовки:</a:t>
            </a:r>
            <a:r>
              <a:rPr lang="ru-RU" sz="2000" dirty="0"/>
              <a:t> </a:t>
            </a:r>
            <a:r>
              <a:rPr lang="ru-RU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2.3.5 Математическое и программное обеспечение вычислительных машин, комплексов и компьютерных сетей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 dirty="0">
                <a:latin typeface="Times New Roman"/>
                <a:ea typeface="Times New Roman"/>
                <a:cs typeface="Times New Roman"/>
                <a:sym typeface="Times New Roman"/>
              </a:rPr>
              <a:t>Год обучения: 	</a:t>
            </a:r>
            <a:r>
              <a:rPr lang="ru-RU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 dirty="0">
                <a:latin typeface="Times New Roman"/>
                <a:ea typeface="Times New Roman"/>
                <a:cs typeface="Times New Roman"/>
                <a:sym typeface="Times New Roman"/>
              </a:rPr>
              <a:t>Тема научной работы: </a:t>
            </a:r>
            <a:r>
              <a:rPr lang="ru-RU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Моделирование генератора истинно случайных чисел на основе троичных элементов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 dirty="0">
                <a:latin typeface="Times New Roman"/>
                <a:ea typeface="Times New Roman"/>
                <a:cs typeface="Times New Roman"/>
                <a:sym typeface="Times New Roman"/>
              </a:rPr>
              <a:t>Научный руководитель: </a:t>
            </a:r>
            <a:r>
              <a:rPr lang="ru-RU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Латыпов Рустам </a:t>
            </a:r>
            <a:r>
              <a:rPr lang="ru-RU" sz="2000" b="1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Хафизович</a:t>
            </a:r>
            <a:r>
              <a:rPr lang="ru-RU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000" b="1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д.н.т</a:t>
            </a:r>
            <a:r>
              <a:rPr lang="ru-RU" sz="20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., профессор, профессор-консультант кафедры системного анализа и информационных технологий</a:t>
            </a:r>
            <a:endParaRPr lang="ru-RU" dirty="0"/>
          </a:p>
        </p:txBody>
      </p:sp>
      <p:sp>
        <p:nvSpPr>
          <p:cNvPr id="102" name="Google Shape;102;p2"/>
          <p:cNvSpPr/>
          <p:nvPr/>
        </p:nvSpPr>
        <p:spPr>
          <a:xfrm>
            <a:off x="1331640" y="267494"/>
            <a:ext cx="1152128" cy="1584176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8100C3-5C1E-4753-8928-801C00DAD4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819" r="17348"/>
          <a:stretch/>
        </p:blipFill>
        <p:spPr>
          <a:xfrm>
            <a:off x="1331640" y="280759"/>
            <a:ext cx="1152128" cy="1570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0"/>
            <a:ext cx="9716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3"/>
          <p:cNvGraphicFramePr/>
          <p:nvPr>
            <p:extLst>
              <p:ext uri="{D42A27DB-BD31-4B8C-83A1-F6EECF244321}">
                <p14:modId xmlns:p14="http://schemas.microsoft.com/office/powerpoint/2010/main" val="659902194"/>
              </p:ext>
            </p:extLst>
          </p:nvPr>
        </p:nvGraphicFramePr>
        <p:xfrm>
          <a:off x="1115616" y="87533"/>
          <a:ext cx="7920900" cy="5472010"/>
        </p:xfrm>
        <a:graphic>
          <a:graphicData uri="http://schemas.openxmlformats.org/drawingml/2006/table">
            <a:tbl>
              <a:tblPr firstRow="1" bandRow="1">
                <a:noFill/>
                <a:tableStyleId>{167621CE-7F4D-4F9B-8EAA-6D673F24A13A}</a:tableStyleId>
              </a:tblPr>
              <a:tblGrid>
                <a:gridCol w="33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3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b="1" u="none" strike="noStrike" cap="none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sym typeface="Calibri"/>
                        </a:rPr>
                        <a:t>ПРОМЕЖУТОЧНАЯ АТТЕСТАЦИЯ ЗА 2 СЕМЕСТР</a:t>
                      </a:r>
                      <a:endParaRPr sz="1400" u="none" strike="noStrike" cap="none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ru-RU" sz="1800" b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Сдача кандидатских экзаменов и зачетов: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История и философия науки, </a:t>
                      </a:r>
                      <a:r>
                        <a:rPr lang="ru-RU" sz="1800" b="1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хорошо</a:t>
                      </a:r>
                      <a:r>
                        <a:rPr lang="ru-RU" sz="18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Иностранный язык (английский), </a:t>
                      </a:r>
                      <a:r>
                        <a:rPr lang="ru-RU" sz="1800" b="1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отлично</a:t>
                      </a:r>
                      <a:r>
                        <a:rPr lang="ru-RU" sz="18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Подготовка публикаций в рецензируемых научных изданиях (заявки на патенты на изобретения, полезные модели и т.д.), </a:t>
                      </a:r>
                      <a:r>
                        <a:rPr lang="ru-RU" sz="1800" b="1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зачтено</a:t>
                      </a:r>
                      <a:r>
                        <a:rPr lang="ru-RU" sz="18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Научная деятельность, направленная на подготовку диссертации на соискание научной степени кандидата наук к защите, </a:t>
                      </a:r>
                      <a:r>
                        <a:rPr lang="ru-RU" sz="1800" b="1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зачтено</a:t>
                      </a:r>
                      <a:r>
                        <a:rPr lang="ru-RU" sz="18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 над диссертацией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Изучение литературы по теме диссертации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Публикации статей </a:t>
                      </a:r>
                      <a:endParaRPr sz="1400" b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ru-RU" sz="18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Подготовка отчёта по разработке программы и результатов экспериментов.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0"/>
            <a:ext cx="9716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5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Google Shape;128;p5"/>
          <p:cNvGraphicFramePr/>
          <p:nvPr>
            <p:extLst>
              <p:ext uri="{D42A27DB-BD31-4B8C-83A1-F6EECF244321}">
                <p14:modId xmlns:p14="http://schemas.microsoft.com/office/powerpoint/2010/main" val="2529367403"/>
              </p:ext>
            </p:extLst>
          </p:nvPr>
        </p:nvGraphicFramePr>
        <p:xfrm>
          <a:off x="1043608" y="95088"/>
          <a:ext cx="7920900" cy="4645740"/>
        </p:xfrm>
        <a:graphic>
          <a:graphicData uri="http://schemas.openxmlformats.org/drawingml/2006/table">
            <a:tbl>
              <a:tblPr firstRow="1" bandRow="1">
                <a:noFill/>
                <a:tableStyleId>{167621CE-7F4D-4F9B-8EAA-6D673F24A13A}</a:tableStyleId>
              </a:tblPr>
              <a:tblGrid>
                <a:gridCol w="23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9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b="1" dirty="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ПРОМЕЖУТОЧНАЯ АТТЕСТАЦИЯ ЗА 1 СЕМЕСТР</a:t>
                      </a:r>
                      <a:endParaRPr sz="14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ru-RU" sz="16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 над диссертацией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Изучение литературы по теме диссертации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Публикации статей </a:t>
                      </a:r>
                      <a:endParaRPr sz="1600" b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7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Подготовлены к печати</a:t>
                      </a:r>
                      <a:endParaRPr sz="1600" b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68288" marR="0" lvl="0" indent="-268288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166</Words>
  <Application>Microsoft Office PowerPoint</Application>
  <PresentationFormat>Экран (16:9)</PresentationFormat>
  <Paragraphs>23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Times New Roman</vt:lpstr>
      <vt:lpstr>Calibri</vt:lpstr>
      <vt:lpstr>Тема Office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Гусев Виталий Евгеньевич</cp:lastModifiedBy>
  <cp:revision>14</cp:revision>
  <dcterms:created xsi:type="dcterms:W3CDTF">2020-07-15T10:53:07Z</dcterms:created>
  <dcterms:modified xsi:type="dcterms:W3CDTF">2026-06-22T09:20:39Z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0x010100D8E98A8D37CBFA43AE7BA679E09706CD</vt:lpwstr>
  </property>
</Properties>
</file>